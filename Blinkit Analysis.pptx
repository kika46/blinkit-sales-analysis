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400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825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511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24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05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743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6669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5461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838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006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503486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91660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98919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861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510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778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15-11-2025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46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6985F1-78C3-EC87-83A0-2D323CD4C9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56A6E6-9FEB-E12A-1F6A-8FCBFFF9C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56A6E6-9FEB-E12A-1F6A-8FCBFFF9CF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565</TotalTime>
  <Words>346</Words>
  <Application>Microsoft Office PowerPoint</Application>
  <PresentationFormat>Widescreen</PresentationFormat>
  <Paragraphs>31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Segoe UI Black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kisan karan</cp:lastModifiedBy>
  <cp:revision>18</cp:revision>
  <dcterms:created xsi:type="dcterms:W3CDTF">2024-06-24T12:27:37Z</dcterms:created>
  <dcterms:modified xsi:type="dcterms:W3CDTF">2025-11-15T03:54:57Z</dcterms:modified>
</cp:coreProperties>
</file>